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763750" cy="7620000"/>
  <p:notesSz cx="7620000" cy="147637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c\Desktop\AİDEP\aidep_v2\afis\AIDEP-Afis-1550x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763750" cy="76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AIDEP Afis</dc:title>
  <dc:subject>PptxGenJS Presentation</dc:subject>
  <dc:creator>AIDEP</dc:creator>
  <cp:lastModifiedBy>AIDEP</cp:lastModifiedBy>
  <cp:revision>1</cp:revision>
  <dcterms:created xsi:type="dcterms:W3CDTF">2026-05-14T07:44:38Z</dcterms:created>
  <dcterms:modified xsi:type="dcterms:W3CDTF">2026-05-14T07:44:38Z</dcterms:modified>
</cp:coreProperties>
</file>